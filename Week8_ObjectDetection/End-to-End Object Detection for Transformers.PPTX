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REM ARPAG" initials="IA" lastIdx="1" clrIdx="0">
    <p:extLst>
      <p:ext uri="{19B8F6BF-5375-455C-9EA6-DF929625EA0E}">
        <p15:presenceInfo xmlns:p15="http://schemas.microsoft.com/office/powerpoint/2012/main" userId="S::IARPAG14@ku.edu.tr::a3e47a70-13f5-4560-9886-07fc279e25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603" autoAdjust="0"/>
    <p:restoredTop sz="86385" autoAdjust="0"/>
  </p:normalViewPr>
  <p:slideViewPr>
    <p:cSldViewPr snapToGrid="0">
      <p:cViewPr varScale="1">
        <p:scale>
          <a:sx n="103" d="100"/>
          <a:sy n="103" d="100"/>
        </p:scale>
        <p:origin x="11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4-18T20:01:55.781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078D6-FECB-4199-B993-C063ABE84BE2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0D833-517D-4EEB-B982-48B82D955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6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0D833-517D-4EEB-B982-48B82D955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04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B0D833-517D-4EEB-B982-48B82D955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91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15D4-8504-42F1-913E-A549F9A34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992E1-50CA-4AF7-8CC7-F19D02BD4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E522-347F-4DED-9225-F814EB63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7CF23-9FF5-4CFB-A991-834BFD7C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5BAB3-B3E2-40C2-B53C-772CDFFAD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098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FD81-5EB8-44EC-A745-A1BF2884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FF9D1-DCB7-4850-82E2-55D0C5EFE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1238F-018C-46A2-8FE0-4630DD08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E1695-3295-40C8-ADA5-44C20330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A52BA-AFA8-4C91-BD12-3E993B00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6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D4DE0-3843-4AD2-88C3-9BD063E8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0D7D6-8743-4223-ABA6-E9E95A98AA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4DA2B-FDA0-410E-B032-0822320CC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F0A30-DC6F-4CBA-8459-A5916BA32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B0692-E4C9-48E5-9A8C-FD9F8D23A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84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5C69-5EE1-4DDC-9E2C-72FEFFF90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DE124-2B49-44CD-B671-801F879AC4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E726A-D8FB-47CC-BA43-ABE058ED8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26A7E-3ACE-4011-81A7-9947E7AD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037F96-A789-478B-98DE-C97B1A37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86FA-BC02-426A-9EC2-C8DD259A2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57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E6D8-BE0B-4B18-928A-C982ADBD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35137-6D3B-4A0C-BBDB-3D0060F5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7FE60-718E-447F-855C-2D49949B5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D21C8A-BF8E-4ED2-A19C-5D78296B1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DA25F-8EB0-4515-8494-7C26B2728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C6CE4B-7774-4240-956D-802CB0C35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1C5798-D0D8-4A24-B684-F980C95F0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23373-2624-43C2-A35A-70C92C0C9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20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18A3-6FB7-4E42-9735-D2BA0A24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CEA0EA-2F27-442B-B357-E9C0ABD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6004C4-4241-4D36-86B9-56562F3BF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4E4DB-A15B-4FE3-96F8-7029E0EB6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86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0DB413-DCAC-41B9-8CA1-74D45FBFD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7501E8-E6A5-46F3-A633-2417FC1F4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40B93-1AA3-4050-908B-A1B15741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40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4E6D-A13C-4B9E-A47E-3304A3B23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39910-F6F6-459E-B7C9-80F1F62A4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580B6-D432-4F68-B51D-B7F9C99C04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4687ED-6C0C-4F89-BCAE-FB8DBE508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6A59C-D0F6-4FDD-B2DA-DABD7CCFB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76332E-720F-4435-B370-B8FC81CC2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575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52403-95FF-4568-910D-87AAEE1D9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2386A6-6F11-467E-8256-81EC96A260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3F01DD-B7DE-4711-AD89-513AD89EF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AD42B5-DA15-47E2-9269-AB5023D27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CE8D12-30E3-4D52-BE8D-96B5C966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AA22-E9E5-4E05-97EB-4D0506A3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52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EB53-F759-4378-BABB-0673AC2C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C31B3F-C816-4B3C-BE86-52C1BF9AF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9FE92-95CC-4FF0-887B-B8591EE9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9E371-EF49-4E13-A59A-73882BB2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39FA-198E-44C2-8D71-E8B4769CE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30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4F26CA-9DC3-45CC-899D-D2C81548D9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594C2-3B48-43E7-B605-EDF7724BD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35609-A7DA-4881-A01D-E85A5EACB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C3422-A5FB-4BAF-BA7D-FAC844E6D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5299B-FEE8-40E2-8460-41514AC8E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4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EC2F56-D04E-465C-AE18-A5208D82B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1854F-4F37-4824-BAC5-8847FCE8E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6FCC8-7E2E-4C3A-8C92-8174C978B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B25E7-0B76-4DC3-B6B4-DD795D5A4BB4}" type="datetimeFigureOut">
              <a:rPr lang="en-US" smtClean="0"/>
              <a:t>4/21/2021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93B19-A60C-4788-BE76-7C6A25F99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2ACD2-279A-4847-88B3-CA5F07001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8C428-6C30-4A64-9096-08D4B00B7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81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B884B-0B7F-4218-9E2E-A2F7923E45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479675"/>
          </a:xfrm>
        </p:spPr>
        <p:txBody>
          <a:bodyPr>
            <a:normAutofit fontScale="90000"/>
          </a:bodyPr>
          <a:lstStyle/>
          <a:p>
            <a:r>
              <a:rPr lang="en-US" dirty="0"/>
              <a:t>End-to-End Object Detection for Transformers </a:t>
            </a:r>
            <a:br>
              <a:rPr lang="en-US" dirty="0"/>
            </a:br>
            <a:r>
              <a:rPr lang="en-US" dirty="0"/>
              <a:t>“DETR”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535661-42A4-4323-ACCA-E1388AAD26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sz="1800" i="1" dirty="0"/>
          </a:p>
          <a:p>
            <a:r>
              <a:rPr lang="en-US" sz="1800" i="1" dirty="0"/>
              <a:t>Computer Vision for Autonomous Driving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33245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D83B-5EDE-41E0-AD4A-F5283AA62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B2CDE-10BC-47E0-BF5F-BB824413A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Preceding methods</a:t>
            </a:r>
          </a:p>
          <a:p>
            <a:r>
              <a:rPr lang="en-US" dirty="0"/>
              <a:t>Proposed Method</a:t>
            </a:r>
          </a:p>
          <a:p>
            <a:r>
              <a:rPr lang="en-US" dirty="0"/>
              <a:t>Experimental Results</a:t>
            </a:r>
          </a:p>
          <a:p>
            <a:r>
              <a:rPr lang="en-US" dirty="0"/>
              <a:t>Discussion</a:t>
            </a:r>
          </a:p>
        </p:txBody>
      </p:sp>
    </p:spTree>
    <p:extLst>
      <p:ext uri="{BB962C8B-B14F-4D97-AF65-F5344CB8AC3E}">
        <p14:creationId xmlns:p14="http://schemas.microsoft.com/office/powerpoint/2010/main" val="89325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5A08D-2CD9-41FF-98C5-1E0532AD9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End-to-End </a:t>
            </a:r>
            <a:r>
              <a:rPr lang="en-US" sz="5400" dirty="0"/>
              <a:t>/</a:t>
            </a:r>
            <a:r>
              <a:rPr lang="en-US" sz="4000" dirty="0"/>
              <a:t> Object Detection </a:t>
            </a:r>
            <a:r>
              <a:rPr lang="en-US" sz="5400" dirty="0"/>
              <a:t>/</a:t>
            </a:r>
            <a:r>
              <a:rPr lang="en-US" sz="4000" dirty="0"/>
              <a:t> for Transformers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69AA02-527A-46D7-B390-004861D7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742" y="2111660"/>
            <a:ext cx="2286000" cy="2314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873850C-99B0-4D85-9CCB-F9F12854020F}"/>
              </a:ext>
            </a:extLst>
          </p:cNvPr>
          <p:cNvSpPr txBox="1"/>
          <p:nvPr/>
        </p:nvSpPr>
        <p:spPr>
          <a:xfrm>
            <a:off x="7568528" y="5925655"/>
            <a:ext cx="235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Transformer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74DE82-D032-452E-8F80-9C51ADD939C7}"/>
              </a:ext>
            </a:extLst>
          </p:cNvPr>
          <p:cNvSpPr txBox="1"/>
          <p:nvPr/>
        </p:nvSpPr>
        <p:spPr>
          <a:xfrm>
            <a:off x="1780424" y="4931183"/>
            <a:ext cx="2845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Non-max. suppression(NMS)</a:t>
            </a:r>
          </a:p>
        </p:txBody>
      </p:sp>
      <p:pic>
        <p:nvPicPr>
          <p:cNvPr id="14" name="Content Placeholder 13" descr="Diagram&#10;&#10;Description automatically generated">
            <a:extLst>
              <a:ext uri="{FF2B5EF4-FFF2-40B4-BE49-F238E27FC236}">
                <a16:creationId xmlns:a16="http://schemas.microsoft.com/office/drawing/2014/main" id="{40221716-5853-4C94-B482-D75DBAA71E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920" y="1429431"/>
            <a:ext cx="3382791" cy="4351338"/>
          </a:xfrm>
        </p:spPr>
      </p:pic>
    </p:spTree>
    <p:extLst>
      <p:ext uri="{BB962C8B-B14F-4D97-AF65-F5344CB8AC3E}">
        <p14:creationId xmlns:p14="http://schemas.microsoft.com/office/powerpoint/2010/main" val="2106526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DCB841E-AFE2-4F3D-AC2D-2F4CFD0A5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8171" y="545315"/>
            <a:ext cx="10099829" cy="1975944"/>
          </a:xfrm>
        </p:spPr>
        <p:txBody>
          <a:bodyPr>
            <a:normAutofit/>
          </a:bodyPr>
          <a:lstStyle/>
          <a:p>
            <a:pPr algn="l"/>
            <a:br>
              <a:rPr lang="en-US" sz="3600" dirty="0">
                <a:latin typeface="+mj-lt"/>
              </a:rPr>
            </a:br>
            <a:br>
              <a:rPr lang="en-US" sz="3600" dirty="0"/>
            </a:br>
            <a:endParaRPr lang="en-US" sz="3600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CFC316C-3364-4A55-9C22-9D5DC0343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78711"/>
            <a:ext cx="9144000" cy="3293615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3600" dirty="0">
                <a:latin typeface="+mj-lt"/>
              </a:rPr>
              <a:t>Classical approach to detection;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Popular approach: detection = classification of boxes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Requires selecting a subset of candidate boxes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Regression step to refine the predictions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Typically non-differentiable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algn="l"/>
            <a:r>
              <a:rPr lang="en-US" dirty="0">
                <a:latin typeface="+mj-lt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34EC80-1E1F-4B8C-B01F-8209F345F8A2}"/>
              </a:ext>
            </a:extLst>
          </p:cNvPr>
          <p:cNvSpPr txBox="1"/>
          <p:nvPr/>
        </p:nvSpPr>
        <p:spPr>
          <a:xfrm>
            <a:off x="1524000" y="1278384"/>
            <a:ext cx="94783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+mj-lt"/>
              </a:rPr>
              <a:t>The task of object detection;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  Predict a set of bounding boxes with labels, given in an image</a:t>
            </a:r>
          </a:p>
        </p:txBody>
      </p:sp>
    </p:spTree>
    <p:extLst>
      <p:ext uri="{BB962C8B-B14F-4D97-AF65-F5344CB8AC3E}">
        <p14:creationId xmlns:p14="http://schemas.microsoft.com/office/powerpoint/2010/main" val="2469346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DC4BB-9E55-40A9-BAC1-CFDD94578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DC7FE-0469-4C4E-8BF4-EACC81855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Set prediction formulation (+)</a:t>
            </a:r>
          </a:p>
          <a:p>
            <a:r>
              <a:rPr lang="en-US" dirty="0">
                <a:latin typeface="+mj-lt"/>
              </a:rPr>
              <a:t>No geometric priors (NMS, anchors…) (+)</a:t>
            </a:r>
          </a:p>
          <a:p>
            <a:r>
              <a:rPr lang="en-US" dirty="0">
                <a:latin typeface="+mj-lt"/>
              </a:rPr>
              <a:t>Fully differentiable (+)</a:t>
            </a:r>
          </a:p>
          <a:p>
            <a:r>
              <a:rPr lang="en-US" dirty="0">
                <a:latin typeface="+mj-lt"/>
              </a:rPr>
              <a:t>Competitive performance (+)</a:t>
            </a:r>
          </a:p>
          <a:p>
            <a:r>
              <a:rPr lang="en-US" dirty="0">
                <a:latin typeface="+mj-lt"/>
              </a:rPr>
              <a:t>Extensible to other tasks (such as Panoptic Segmentation task) (+)</a:t>
            </a:r>
          </a:p>
          <a:p>
            <a:r>
              <a:rPr lang="en-US" dirty="0">
                <a:latin typeface="+mj-lt"/>
              </a:rPr>
              <a:t>High computational cost in some models (-)</a:t>
            </a:r>
          </a:p>
          <a:p>
            <a:r>
              <a:rPr lang="en-US" dirty="0">
                <a:latin typeface="+mj-lt"/>
              </a:rPr>
              <a:t>Less effective on small object (-)</a:t>
            </a:r>
          </a:p>
          <a:p>
            <a:endParaRPr lang="en-US" dirty="0">
              <a:latin typeface="+mj-lt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4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BA81A-BDF2-426E-B72B-CC105DE70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Architecture</a:t>
            </a:r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E2D8EA79-19AB-4D52-B48B-B60271F16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77574"/>
            <a:ext cx="10515600" cy="2847439"/>
          </a:xfrm>
        </p:spPr>
      </p:pic>
    </p:spTree>
    <p:extLst>
      <p:ext uri="{BB962C8B-B14F-4D97-AF65-F5344CB8AC3E}">
        <p14:creationId xmlns:p14="http://schemas.microsoft.com/office/powerpoint/2010/main" val="1495443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18B9-3E93-4DB9-A3CA-400F9D79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Bipartite Matching Loss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44568F8C-3ECA-434E-9524-2E567C8B2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04995"/>
            <a:ext cx="10515600" cy="2120793"/>
          </a:xfrm>
        </p:spPr>
      </p:pic>
    </p:spTree>
    <p:extLst>
      <p:ext uri="{BB962C8B-B14F-4D97-AF65-F5344CB8AC3E}">
        <p14:creationId xmlns:p14="http://schemas.microsoft.com/office/powerpoint/2010/main" val="1724204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138</Words>
  <Application>Microsoft Office PowerPoint</Application>
  <PresentationFormat>Widescreen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End-to-End Object Detection for Transformers  “DETR”</vt:lpstr>
      <vt:lpstr>Outline</vt:lpstr>
      <vt:lpstr>End-to-End / Object Detection / for Transformers</vt:lpstr>
      <vt:lpstr>  </vt:lpstr>
      <vt:lpstr>DETR</vt:lpstr>
      <vt:lpstr>Architecture</vt:lpstr>
      <vt:lpstr>Bipartite Matching Loss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Object Detection for Transformers  “DETR”</dc:title>
  <dc:creator>IREM ARPAG</dc:creator>
  <cp:lastModifiedBy>IREM ARPAG</cp:lastModifiedBy>
  <cp:revision>12</cp:revision>
  <dcterms:created xsi:type="dcterms:W3CDTF">2021-04-18T16:48:53Z</dcterms:created>
  <dcterms:modified xsi:type="dcterms:W3CDTF">2021-04-21T18:17:58Z</dcterms:modified>
</cp:coreProperties>
</file>